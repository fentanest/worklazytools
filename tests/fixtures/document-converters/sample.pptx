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7EFF4-40C4-44BD-A6C5-0AD39BFCB0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D3B2AFD-6FC3-4C88-BD24-E5C3250B08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60000" y="360000"/>
            <a:ext cx="792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NanumGothic"/>
              </a:rPr>
              <a:t>한글 발표 </a:t>
            </a:r>
            <a:r>
              <a:rPr b="0" lang="en-US" sz="1800" spc="-1" strike="noStrike">
                <a:solidFill>
                  <a:srgbClr val="000000"/>
                </a:solidFill>
                <a:latin typeface="NanumGothic"/>
              </a:rPr>
              <a:t>PDF </a:t>
            </a:r>
            <a:r>
              <a:rPr b="0" lang="zh-CN" sz="1800" spc="-1" strike="noStrike">
                <a:solidFill>
                  <a:srgbClr val="000000"/>
                </a:solidFill>
                <a:latin typeface="NanumGothic"/>
              </a:rPr>
              <a:t>확인</a:t>
            </a:r>
            <a:endParaRPr b="0" lang="en-US" sz="1800" spc="-1" strike="noStrike">
              <a:solidFill>
                <a:srgbClr val="000000"/>
              </a:solidFill>
              <a:latin typeface="Nanum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ZetaOffice/24.2.8.0.beta1$Emscripten_x86 LibreOffice_project/efaf0670b4d055f838a2849becb10f08aa06a257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2026-10-07T15:11:49Z</dcterms:modified>
  <cp:revision>1</cp:revision>
  <dc:subject/>
  <dc:title/>
</cp:coreProperties>
</file>